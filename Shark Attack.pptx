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Averag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951A80-8265-435D-A054-539A40508981}">
  <a:tblStyle styleId="{63951A80-8265-435D-A054-539A405089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verage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6349ad8ef6be40e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46349ad8ef6be40e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4300" y="103600"/>
            <a:ext cx="8347800" cy="23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SAFE SHORELINE ENTERTAINMENT CORPORATION</a:t>
            </a:r>
            <a:endParaRPr b="1" u="sng">
              <a:solidFill>
                <a:srgbClr val="202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8884" y="3628001"/>
            <a:ext cx="63297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0F00"/>
                </a:solidFill>
              </a:rPr>
              <a:t>By:</a:t>
            </a:r>
            <a:endParaRPr>
              <a:solidFill>
                <a:srgbClr val="5B0F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0F00"/>
                </a:solidFill>
              </a:rPr>
              <a:t>Bharat Singh (Project Lead)</a:t>
            </a:r>
            <a:endParaRPr>
              <a:solidFill>
                <a:srgbClr val="5B0F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0F00"/>
                </a:solidFill>
              </a:rPr>
              <a:t>Gert Xani (</a:t>
            </a:r>
            <a:r>
              <a:rPr lang="en">
                <a:solidFill>
                  <a:srgbClr val="5B0F00"/>
                </a:solidFill>
              </a:rPr>
              <a:t>Tech Lead) </a:t>
            </a:r>
            <a:endParaRPr>
              <a:solidFill>
                <a:srgbClr val="5B0F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0F00"/>
                </a:solidFill>
              </a:rPr>
              <a:t>Paakwesi  Yankson (Business Consultant)</a:t>
            </a:r>
            <a:endParaRPr>
              <a:solidFill>
                <a:srgbClr val="5B0F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B0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773475" y="4440275"/>
            <a:ext cx="3129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27 Oct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602025" y="260451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 u="sng">
                <a:solidFill>
                  <a:schemeClr val="dk1"/>
                </a:solidFill>
              </a:rPr>
              <a:t>MISSION</a:t>
            </a:r>
            <a:endParaRPr b="1" sz="4800" u="sng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901975" y="1343000"/>
            <a:ext cx="5297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“To </a:t>
            </a:r>
            <a:r>
              <a:rPr i="1" lang="en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provide</a:t>
            </a:r>
            <a:r>
              <a:rPr i="1" lang="en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SAFE beach experience, attract more visitors and boost local ECONOMY”</a:t>
            </a:r>
            <a:endParaRPr i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2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Overview</a:t>
            </a:r>
            <a:endParaRPr u="sng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863550"/>
            <a:ext cx="8520600" cy="4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Propose safe location and time for your seashore </a:t>
            </a:r>
            <a:r>
              <a:rPr lang="en">
                <a:solidFill>
                  <a:schemeClr val="dk1"/>
                </a:solidFill>
              </a:rPr>
              <a:t>leisure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Data Set :-	</a:t>
            </a:r>
            <a:r>
              <a:rPr lang="en" u="sng">
                <a:solidFill>
                  <a:schemeClr val="dk1"/>
                </a:solidFill>
              </a:rPr>
              <a:t>Shark Attack Quest</a:t>
            </a:r>
            <a:endParaRPr u="sng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 set contains the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logged data for shark attacks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around the world at different locations 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the people in their reports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the severity of the attacks by time and activity.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Data Analysis:-	a.	Trend analysis over past 20 years.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		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. 	Top activities during which attacks were reported.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		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.	Time of day.</a:t>
            </a:r>
            <a:endParaRPr>
              <a:solidFill>
                <a:schemeClr val="dk1"/>
              </a:solidFill>
            </a:endParaRPr>
          </a:p>
          <a:p>
            <a:pPr indent="457200" lvl="0" marL="18288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.	Attacks count and fatality rate by countries.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DATA WRANGLING AND CLEANING</a:t>
            </a:r>
            <a:endParaRPr u="sng"/>
          </a:p>
        </p:txBody>
      </p:sp>
      <p:grpSp>
        <p:nvGrpSpPr>
          <p:cNvPr id="77" name="Google Shape;77;p16"/>
          <p:cNvGrpSpPr/>
          <p:nvPr/>
        </p:nvGrpSpPr>
        <p:grpSpPr>
          <a:xfrm>
            <a:off x="431925" y="1179225"/>
            <a:ext cx="2628925" cy="3416400"/>
            <a:chOff x="431925" y="1304875"/>
            <a:chExt cx="2628925" cy="3416400"/>
          </a:xfrm>
        </p:grpSpPr>
        <p:sp>
          <p:nvSpPr>
            <p:cNvPr id="78" name="Google Shape;78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6"/>
          <p:cNvSpPr txBox="1"/>
          <p:nvPr>
            <p:ph idx="4294967295" type="body"/>
          </p:nvPr>
        </p:nvSpPr>
        <p:spPr>
          <a:xfrm>
            <a:off x="431925" y="117922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</a:t>
            </a:r>
            <a:r>
              <a:rPr lang="en">
                <a:solidFill>
                  <a:schemeClr val="lt1"/>
                </a:solidFill>
              </a:rPr>
              <a:t>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 txBox="1"/>
          <p:nvPr>
            <p:ph idx="4294967295" type="body"/>
          </p:nvPr>
        </p:nvSpPr>
        <p:spPr>
          <a:xfrm>
            <a:off x="508325" y="1689500"/>
            <a:ext cx="24786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Removal of all blank column and rows to bring down the scale of data. </a:t>
            </a:r>
            <a:endParaRPr sz="1600"/>
          </a:p>
        </p:txBody>
      </p:sp>
      <p:grpSp>
        <p:nvGrpSpPr>
          <p:cNvPr id="82" name="Google Shape;82;p16"/>
          <p:cNvGrpSpPr/>
          <p:nvPr/>
        </p:nvGrpSpPr>
        <p:grpSpPr>
          <a:xfrm>
            <a:off x="3320450" y="1179225"/>
            <a:ext cx="2632500" cy="3416400"/>
            <a:chOff x="3320450" y="1304875"/>
            <a:chExt cx="2632500" cy="3416400"/>
          </a:xfrm>
        </p:grpSpPr>
        <p:sp>
          <p:nvSpPr>
            <p:cNvPr id="83" name="Google Shape;83;p1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6"/>
          <p:cNvSpPr txBox="1"/>
          <p:nvPr>
            <p:ph idx="4294967295" type="body"/>
          </p:nvPr>
        </p:nvSpPr>
        <p:spPr>
          <a:xfrm>
            <a:off x="3317700" y="117922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 </a:t>
            </a: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 txBox="1"/>
          <p:nvPr>
            <p:ph idx="4294967295" type="body"/>
          </p:nvPr>
        </p:nvSpPr>
        <p:spPr>
          <a:xfrm>
            <a:off x="3355900" y="1689500"/>
            <a:ext cx="24786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Dropping the unwanted data which are not necessary for the analysis.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Dealing with null values, clearing out </a:t>
            </a:r>
            <a:r>
              <a:rPr lang="en" sz="1600"/>
              <a:t>expressions, check on duplicates, dtype transformation, standardisation.</a:t>
            </a:r>
            <a:endParaRPr sz="1600"/>
          </a:p>
        </p:txBody>
      </p:sp>
      <p:grpSp>
        <p:nvGrpSpPr>
          <p:cNvPr id="87" name="Google Shape;87;p16"/>
          <p:cNvGrpSpPr/>
          <p:nvPr/>
        </p:nvGrpSpPr>
        <p:grpSpPr>
          <a:xfrm>
            <a:off x="6203475" y="1179225"/>
            <a:ext cx="2632500" cy="3416400"/>
            <a:chOff x="6212550" y="1304875"/>
            <a:chExt cx="2632500" cy="3416400"/>
          </a:xfrm>
        </p:grpSpPr>
        <p:sp>
          <p:nvSpPr>
            <p:cNvPr id="88" name="Google Shape;88;p16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idx="4294967295" type="body"/>
          </p:nvPr>
        </p:nvSpPr>
        <p:spPr>
          <a:xfrm>
            <a:off x="6212550" y="117922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 </a:t>
            </a: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>
            <p:ph idx="4294967295" type="body"/>
          </p:nvPr>
        </p:nvSpPr>
        <p:spPr>
          <a:xfrm>
            <a:off x="6272475" y="17325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Aggregate analysis.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Analysis through tables for the insights.</a:t>
            </a:r>
            <a:endParaRPr sz="1600"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775" y="163625"/>
            <a:ext cx="7551875" cy="45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idx="4294967295" type="title"/>
          </p:nvPr>
        </p:nvSpPr>
        <p:spPr>
          <a:xfrm>
            <a:off x="238525" y="115775"/>
            <a:ext cx="85206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Exploratory Data Analysis</a:t>
            </a:r>
            <a:endParaRPr sz="1800"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7275"/>
            <a:ext cx="8606726" cy="438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5" y="95775"/>
            <a:ext cx="8473752" cy="46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0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471" y="152400"/>
            <a:ext cx="39772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51500" y="152400"/>
            <a:ext cx="42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Major Obstacle</a:t>
            </a:r>
            <a:endParaRPr b="1" sz="1800" u="sng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39000" y="724350"/>
            <a:ext cx="4792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Scope/ Business idea - Frame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Data Cleaning (especially special characters)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3.	Relationship establishment.	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4294967295" type="body"/>
          </p:nvPr>
        </p:nvSpPr>
        <p:spPr>
          <a:xfrm>
            <a:off x="0" y="1831300"/>
            <a:ext cx="13638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 u="sng">
                <a:solidFill>
                  <a:srgbClr val="D9EAD3"/>
                </a:solidFill>
              </a:rPr>
              <a:t>Proposal</a:t>
            </a:r>
            <a:endParaRPr b="1" sz="7200" u="sng">
              <a:solidFill>
                <a:srgbClr val="D9EAD3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1334625" y="190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{63951A80-8265-435D-A054-539A40508981}</a:tableStyleId>
              </a:tblPr>
              <a:tblGrid>
                <a:gridCol w="467600"/>
                <a:gridCol w="2729575"/>
                <a:gridCol w="4344300"/>
              </a:tblGrid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Sr.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Country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Best Time of Day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Canada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rowSpan="10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For Safe Countries: All around the year any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For Risky zones/ countries:-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B/w 7-9am &amp; after 4pm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Safest Months:-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February &amp; November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</a:rPr>
                        <a:t>Safest Activities (with zero provokenness):- </a:t>
                      </a:r>
                      <a:endParaRPr b="1" u="sng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Kayaking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Bodyboarding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Scuba Diving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Canary Islands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Cayman Islands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Colombia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Cuba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Ecuador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Fiji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Galapogos Islands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India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  <a:tr h="51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Indonesia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758635" y="2787450"/>
            <a:ext cx="61329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9CB9C"/>
                </a:solidFill>
                <a:latin typeface="Average"/>
                <a:ea typeface="Average"/>
                <a:cs typeface="Average"/>
                <a:sym typeface="Average"/>
              </a:rPr>
              <a:t>THANK </a:t>
            </a:r>
            <a:endParaRPr b="1" sz="6000">
              <a:solidFill>
                <a:srgbClr val="F9CB9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9CB9C"/>
                </a:solidFill>
                <a:latin typeface="Average"/>
                <a:ea typeface="Average"/>
                <a:cs typeface="Average"/>
                <a:sym typeface="Average"/>
              </a:rPr>
              <a:t>YOU</a:t>
            </a:r>
            <a:endParaRPr b="1" sz="6000">
              <a:solidFill>
                <a:srgbClr val="F9CB9C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